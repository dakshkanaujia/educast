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9165C-6148-4912-9C46-75FE6B9EA87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DE88F-770C-4B59-A1C0-CD1D8058F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2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86C9-2BBA-55D0-BD4B-F8B71E2EC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E6BA-4AE7-822A-85CC-92BCCD9D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BC8C-59D5-7186-B66E-4FCA9652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9DD2-136E-B005-965D-33285448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715-6A40-FAAC-BD2C-F7BE86FD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6724B-C345-9FA0-667D-03555D2E5C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838B-2600-6588-AFF2-968994DA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" y="349886"/>
            <a:ext cx="6995160" cy="93066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F390-C3B8-3F09-F40D-85696C04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825625"/>
            <a:ext cx="849249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B22D00-115B-264C-C896-345894A04A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B671F-CF2E-7C44-EADA-4E56CCF3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295791"/>
            <a:ext cx="3348990" cy="103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85C2F-C4CC-B3E8-DC0D-F4312B489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05951"/>
            <a:ext cx="133350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8431-87F8-377B-002F-80082207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B87CB-EC0D-AC03-913E-540103AB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77A5-783A-D063-67E6-8CB761EE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8A05-536D-01B1-B02E-017A1923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E06D-95DC-C9AA-9F94-50F934BD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2BEB-1201-DD36-5A62-6C8322C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C01D-6BFB-5359-E1CB-F8393053E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94D6-52BE-8815-B5BE-B9B64269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C93A-F94E-2DCF-1576-F9D87AD0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2396-B2FC-F8D4-BB47-05AFB0AB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62123-4901-0C6F-544E-F6AA6832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A608-63E2-19B2-AE4D-57CF441C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64A4-C3C4-ACA3-1D1F-D208F767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CB0F-31D6-4E31-9EF4-FAEE2ECF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E2D7D-E306-0374-7D3C-62E8D219A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EC196-EF39-B64C-5B82-DC01BD71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B66E0-B7D7-BF74-CC5D-317C5567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2566B-2AE2-3440-B5E5-557FA335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1E798-0C77-EC9C-37B4-4B7560BD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8898-CA2D-FC1D-F85A-F4B61498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C15-F701-899A-1878-CE763E82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2D74A-4601-E794-8FA7-BB760570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1FF0C-0D43-1690-F1D9-BD21A78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75516-D291-7DF6-999B-D9562668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BCA8A-5542-72D5-4D01-7901049E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85FB-F8C4-60A1-F7B2-63C03C82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4FAF-C8EA-6C50-C03C-6BE244FB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7747-0EAE-BF6C-0F71-1239CCED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1633-599E-0C57-85A4-85AF2FB3E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1136-1C3C-B33A-D05E-2A6D49A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F106D-088F-C9E1-A0D5-22F8B83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12DD-DCE1-05C2-B9F7-01056302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2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F12A-BEE5-D30E-A3A1-942D5B5C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D5563-6459-67DE-4D69-30053A9D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B9A17-FD7C-16CA-4EFC-03BD8685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6D420-EC2E-8ABC-B2F2-CA9F4972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A5612-CD5C-0B26-0604-34950D11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7A36B-AF9A-508A-1438-B7C8B159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38F9-C26A-A887-8868-A89E5C7C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23C57-B3EA-971D-87BC-DF8B8D3C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FFD4-A931-751C-7707-99B41CCD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FB5B-4974-F079-60B2-005270B2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AA4EC-E107-73DE-0D25-2B1868B4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3CB0-1DDE-C006-45DD-C4E5E4942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5BB5-31FC-01A3-455F-2FCDAC103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DB4B-80C3-F444-BB89-BAB7C213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C3CA-91F1-49B3-33BE-B13C2112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99E0A-B830-F842-ADDC-5FD15C99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32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38481-3E3D-E956-CD00-8CB79168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A1C8-6503-E09A-694B-6C359C0B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4468-691A-BB42-58A0-82A6AA10D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BE529-10D3-2454-82D4-495C91F77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2B87-66F7-C8F0-A8BC-5A8446D4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806C-DE76-F844-DADC-8CEF0CA4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B0453-4AD2-5D01-DB88-16376289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5" y="1743795"/>
            <a:ext cx="3290488" cy="1254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AD43B1-8B94-26CD-2746-B4F4D815FE52}"/>
              </a:ext>
            </a:extLst>
          </p:cNvPr>
          <p:cNvSpPr/>
          <p:nvPr/>
        </p:nvSpPr>
        <p:spPr>
          <a:xfrm>
            <a:off x="4415831" y="1743795"/>
            <a:ext cx="45639" cy="1388569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B774B-E0DA-8EFA-E658-16AE37904B08}"/>
              </a:ext>
            </a:extLst>
          </p:cNvPr>
          <p:cNvSpPr txBox="1">
            <a:spLocks/>
          </p:cNvSpPr>
          <p:nvPr/>
        </p:nvSpPr>
        <p:spPr>
          <a:xfrm>
            <a:off x="2617097" y="3556600"/>
            <a:ext cx="3597468" cy="4631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9700FF"/>
                </a:solidFill>
              </a:rPr>
              <a:t>EduCast — A Demand-Driven, Real-Time Tutoring Marketplace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150D07-4CCE-759D-C6B1-03B0AE969E9D}"/>
              </a:ext>
            </a:extLst>
          </p:cNvPr>
          <p:cNvSpPr txBox="1">
            <a:spLocks/>
          </p:cNvSpPr>
          <p:nvPr/>
        </p:nvSpPr>
        <p:spPr>
          <a:xfrm>
            <a:off x="4695825" y="1775939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933FF"/>
                </a:solidFill>
                <a:latin typeface="Aptos" panose="020B0004020202020204" pitchFamily="34" charset="0"/>
              </a:rPr>
              <a:t>Presented by: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Daksh Kanaujia (____________)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K Manoj Krishna (____________)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Utkersh Basnet (2023EBCS010)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C2E371-EB80-F24B-2B7E-C0C2DAFD6A88}"/>
              </a:ext>
            </a:extLst>
          </p:cNvPr>
          <p:cNvSpPr txBox="1">
            <a:spLocks/>
          </p:cNvSpPr>
          <p:nvPr/>
        </p:nvSpPr>
        <p:spPr>
          <a:xfrm>
            <a:off x="2655681" y="4821080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latin typeface="Aptos" panose="020B0004020202020204" pitchFamily="34" charset="0"/>
              </a:rPr>
              <a:t>Under the guidance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ptos SemiBold" panose="020B0004020202020204" pitchFamily="34" charset="0"/>
              </a:rPr>
              <a:t>[Supervisor Name]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B134D2-B9AA-E395-01BF-48B58E2DB43F}"/>
              </a:ext>
            </a:extLst>
          </p:cNvPr>
          <p:cNvSpPr txBox="1">
            <a:spLocks/>
          </p:cNvSpPr>
          <p:nvPr/>
        </p:nvSpPr>
        <p:spPr>
          <a:xfrm>
            <a:off x="2543175" y="3923234"/>
            <a:ext cx="3520300" cy="35389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ptos SemiBold" panose="020B0004020202020204" pitchFamily="34" charset="0"/>
              </a:rPr>
              <a:t>BSc Computer Science (Online Mode) — 2025–2026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Background of the problem</a:t>
            </a:r>
          </a:p>
          <a:p>
            <a:pPr lvl="1"/>
            <a:r>
              <a:t>Traditional e-learning (Udemy, Coursera, YouTube) is supply-driven: educators publish content speculatively and learners hope the right material exists.</a:t>
            </a:r>
          </a:p>
          <a:p>
            <a:pPr/>
            <a:r>
              <a:t>Gap in the existing system</a:t>
            </a:r>
          </a:p>
          <a:p>
            <a:pPr lvl="1"/>
            <a:r>
              <a:t>No fast way to request help for a specific, urgent problem — learners scroll catalogues never made for their exact question, at fixed prices with no competition.</a:t>
            </a:r>
          </a:p>
          <a:p>
            <a:pPr/>
            <a:r>
              <a:t>Importance of the problem</a:t>
            </a:r>
          </a:p>
          <a:p>
            <a:pPr lvl="1"/>
            <a:r>
              <a:t>Learners stuck on one specific thing need targeted, live help now; mentors want targeted, well-paid work matched to their expertise.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Objectives:</a:t>
            </a:r>
          </a:p>
          <a:p>
            <a:pPr lvl="1"/>
            <a:r>
              <a:t>Build a demand-driven marketplace: students post bounties, mentors bid</a:t>
            </a:r>
          </a:p>
          <a:p>
            <a:pPr lvl="1"/>
            <a:r>
              <a:t>Real-time events over WebSocket; price negotiation via counter-offers</a:t>
            </a:r>
          </a:p>
          <a:p>
            <a:pPr lvl="1"/>
            <a:r>
              <a:t>Atomic bid acceptance (no double-booking) + simulated escrow → release</a:t>
            </a:r>
          </a:p>
          <a:p>
            <a:pPr lvl="1"/>
            <a:r>
              <a:t>Persisted ratings/reviews, mentor profiles; one-command Docker deployment</a:t>
            </a:r>
          </a:p>
          <a:p>
            <a:pPr/>
            <a:r>
              <a:t>Scope:</a:t>
            </a:r>
          </a:p>
          <a:p>
            <a:pPr lvl="1"/>
            <a:r>
              <a:t>In-scope: auth + RBAC, bounty/bid lifecycle, negotiation, session + chat, completion + rating, mentor directory/profile, price insight</a:t>
            </a:r>
          </a:p>
          <a:p>
            <a:pPr lvl="1"/>
            <a:r>
              <a:t>Out-of-scope: real payments, live video/audio, push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/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Existing approach 1: MOOC platforms (Udemy, Coursera) — pre-recorded, supply-driven catalogues</a:t>
            </a:r>
          </a:p>
          <a:p>
            <a:pPr/>
            <a:r>
              <a:t>Existing approach 2: Q&amp;A / tutoring (Chegg, Wyzant, YouTube) — fixed pricing or async answers</a:t>
            </a:r>
          </a:p>
          <a:p>
            <a:pPr/>
            <a:r>
              <a:t>Limitations</a:t>
            </a:r>
          </a:p>
          <a:p>
            <a:pPr lvl="1"/>
            <a:r>
              <a:t>No demand-driven requests; no reverse-auction price discovery</a:t>
            </a:r>
          </a:p>
          <a:p>
            <a:pPr lvl="1"/>
            <a:r>
              <a:t>No built-in negotiation; weak real-time matching for urgent, specific needs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System overview</a:t>
            </a:r>
          </a:p>
          <a:p>
            <a:pPr lvl="1"/>
            <a:r>
              <a:t>Three-tier: React Native (Expo) client ↔ Go/Gin REST + WebSocket hub ↔ PostgreSQL, secured by JWT auth + role-based access</a:t>
            </a:r>
          </a:p>
          <a:p>
            <a:pPr/>
            <a:r>
              <a:t>Architecture diagram</a:t>
            </a:r>
          </a:p>
          <a:p>
            <a:pPr lvl="1"/>
            <a:r>
              <a:t>[Insert architecture diagram — see Project Report §2.1]</a:t>
            </a:r>
          </a:p>
          <a:p>
            <a:pPr/>
            <a:r>
              <a:t>Module description</a:t>
            </a:r>
          </a:p>
          <a:p>
            <a:pPr lvl="1"/>
            <a:r>
              <a:t>Auth, Bounty, Bid, Negotiation, Acceptance/Session, Completion/Review, Mentor directory, and a central real-time Hub (targeted + broadcast messaging)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Programming Language: Go (backend); JavaScript / React Native (frontend)</a:t>
            </a:r>
          </a:p>
          <a:p>
            <a:pPr/>
            <a:r>
              <a:t>Frameworks: Gin, GORM, React Native (Expo), React Navigation</a:t>
            </a:r>
          </a:p>
          <a:p>
            <a:pPr/>
            <a:r>
              <a:t>Database: PostgreSQL 16</a:t>
            </a:r>
          </a:p>
          <a:p>
            <a:pPr/>
            <a:r>
              <a:t>Tools: Gorilla WebSocket, JWT, bcrypt, Docker &amp; Docker Compose, Git/GitHub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/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Feature 1: Real-time bounty → bid → accept loop pushed live over WebSocket</a:t>
            </a:r>
          </a:p>
          <a:p>
            <a:pPr/>
            <a:r>
              <a:t>Feature 2: Price negotiation (counter-offers), atomic acceptance, simulated escrow/release, ratings &amp; mentor profiles</a:t>
            </a:r>
          </a:p>
          <a:p>
            <a:pPr/>
            <a:r>
              <a:t>Screenshots / Flow</a:t>
            </a:r>
          </a:p>
          <a:p>
            <a:pPr lvl="1"/>
            <a:r>
              <a:t>[Insert app screenshots + demo video link]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Output: full marketplace loop working end-to-end on the Dockerised stack</a:t>
            </a:r>
          </a:p>
          <a:p>
            <a:pPr/>
            <a:r>
              <a:t>Performance / validation: 33/33 automated API test cases pass (100%); API responses in sub-ms–low-ms (Gin logs); real-time events delivered instantly</a:t>
            </a:r>
          </a:p>
          <a:p>
            <a:pPr/>
            <a:r>
              <a:t>Comparison: vs supply-driven catalogues — demand-first, negotiated, real-time, with built-in accountability (atomic accept, escrow, reputation)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Technical challenges</a:t>
            </a:r>
          </a:p>
          <a:p>
            <a:pPr lvl="1"/>
            <a:r>
              <a:t>Datastore migration MySQL → PostgreSQL (driver, DSN, schema rewrite)</a:t>
            </a:r>
          </a:p>
          <a:p>
            <a:pPr lvl="1"/>
            <a:r>
              <a:t>Docker orchestration with DB healthcheck gating the backend</a:t>
            </a:r>
          </a:p>
          <a:p>
            <a:pPr lvl="1"/>
            <a:r>
              <a:t>WebSocket hub design: targeted vs broadcast delivery; live presence</a:t>
            </a:r>
          </a:p>
          <a:p>
            <a:pPr/>
            <a:r>
              <a:t>Limitations</a:t>
            </a:r>
          </a:p>
          <a:p>
            <a:pPr lvl="1"/>
            <a:r>
              <a:t>Simulated payments; no live video; ephemeral chat; events reach only connected clients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Conclusion:</a:t>
            </a:r>
          </a:p>
          <a:p>
            <a:pPr lvl="1"/>
            <a:r>
              <a:t>A working demand-driven, real-time tutoring marketplace; UVP validated; 33/33 tests pass; fully containerised</a:t>
            </a:r>
          </a:p>
          <a:p>
            <a:pPr/>
            <a:r>
              <a:t>Future Work:</a:t>
            </a:r>
          </a:p>
          <a:p>
            <a:pPr lvl="1"/>
            <a:r>
              <a:t>Real payments + wallet; WebRTC live sessions; persistent notifications + chat history</a:t>
            </a:r>
          </a:p>
          <a:p>
            <a:pPr lvl="1"/>
            <a:r>
              <a:t>Bounty upvoting; search/pagination; automated Go tests in 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Meet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Meeting</Template>
  <TotalTime>81</TotalTime>
  <Words>113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SemiBold</vt:lpstr>
      <vt:lpstr>Arial</vt:lpstr>
      <vt:lpstr>Arial Narrow</vt:lpstr>
      <vt:lpstr>Capstone Meeting</vt:lpstr>
      <vt:lpstr>PowerPoint Presentation</vt:lpstr>
      <vt:lpstr>Problem Statement</vt:lpstr>
      <vt:lpstr>Objectives &amp; Scope</vt:lpstr>
      <vt:lpstr>Existing System / Literature Review</vt:lpstr>
      <vt:lpstr>Proposed System Architecture</vt:lpstr>
      <vt:lpstr>Tools &amp; Technologies</vt:lpstr>
      <vt:lpstr>Implementation / Demo</vt:lpstr>
      <vt:lpstr>Results &amp; Analysis</vt:lpstr>
      <vt:lpstr>Challenges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 Kumar</cp:lastModifiedBy>
  <cp:revision>3</cp:revision>
  <dcterms:created xsi:type="dcterms:W3CDTF">2013-01-27T09:14:16Z</dcterms:created>
  <dcterms:modified xsi:type="dcterms:W3CDTF">2026-02-10T05:45:53Z</dcterms:modified>
  <cp:category/>
</cp:coreProperties>
</file>